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620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8FAF7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594360"/>
            <a:ext cx="11000232" cy="5669280"/>
          </a:xfrm>
          <a:prstGeom prst="rect">
            <a:avLst/>
          </a:prstGeom>
          <a:ln w="12700">
            <a:solidFill>
              <a:srgbClr val="1E2620">
                <a:alpha val="45000"/>
              </a:srgbClr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14400" y="12801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Travel Sketchbook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· 大阪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親子寫實手帳行程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2286000" y="3840480"/>
            <a:ext cx="7589520" cy="502920"/>
          </a:xfrm>
          <a:prstGeom prst="roundRect">
            <a:avLst>
              <a:gd name="adj" fmla="val 45455"/>
            </a:avLst>
          </a:prstGeom>
          <a:solidFill>
            <a:srgbClr val="F0F4EF"/>
          </a:solidFill>
          <a:ln w="12700">
            <a:solidFill>
              <a:srgbClr val="1E2620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91363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2026.8.3（一）– 8.8（六）   ·   6 天 5 夜   ·   星宇 · 關西 KIX   ·   nol sanjo → OMO7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784080" y="822960"/>
            <a:ext cx="1234440" cy="1234440"/>
          </a:xfrm>
          <a:prstGeom prst="ellipse">
            <a:avLst/>
          </a:prstGeom>
          <a:ln w="31750">
            <a:solidFill>
              <a:srgbClr val="C23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1005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祈願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48463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核心策略：專車點對點  ·  烏丸精緻美食  ·  全室內避暑  ·  彈性幼兒放電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六日一覽地圖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點對點專車串起京都與大阪，彈性舒適放電動線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C23B2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554480"/>
            <a:ext cx="1783080" cy="109728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 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御金神社快閃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9A7B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23160" y="1554480"/>
            <a:ext cx="1783080" cy="109728"/>
          </a:xfrm>
          <a:prstGeom prst="rect">
            <a:avLst/>
          </a:prstGeom>
          <a:solidFill>
            <a:srgbClr val="9A7B1A"/>
          </a:solidFill>
          <a:ln w="12700">
            <a:solidFill>
              <a:srgbClr val="9A7B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2316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 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9631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烏丸燒肉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1460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 · 敘敘苑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天滿宮 &amp; 檀王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4340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6B7F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1554480"/>
            <a:ext cx="1783080" cy="109728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34340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 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1655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專車轉進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3484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飯店直達 OMO7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 大草皮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6364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4A6B7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1554480"/>
            <a:ext cx="1783080" cy="109728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6364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 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3679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夜景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麵包超人博物館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Harukas &amp; 阿卡將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C45C3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1554480"/>
            <a:ext cx="1783080" cy="109728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18388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 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703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批發 · 草皮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7532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難波神社參拜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草皮散步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041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48544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04120" y="1554480"/>
            <a:ext cx="1783080" cy="109728"/>
          </a:xfrm>
          <a:prstGeom prst="rect">
            <a:avLst/>
          </a:prstGeom>
          <a:solidFill>
            <a:srgbClr val="48544C"/>
          </a:solidFill>
          <a:ln w="12700">
            <a:solidFill>
              <a:srgbClr val="48544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041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01041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 六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1772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專車返台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1955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→ KIX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JX821 13:15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2/10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 · 專車直達、御金快閃與三條美學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8/3（週一）  ·  京都中京區  ·  「專車無縫接送，金運快閃與潮牌咖啡散步」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80136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07568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51560" y="1691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12:05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43200" y="16916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關西國際機場（KIX）降落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43200" y="203911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出關、提取行李。保持節奏緩慢，讓寶寶適應環境。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" y="285292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12724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2743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13:30 前後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43200" y="27432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D1 · 機場直達飯店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43200" y="30906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nol kyoto sanjo。車程約 80–90 分鐘，寶寶於車上休息。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90448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17880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051560" y="3794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15:40–16:30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74320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【計程車快閃】御金神社參拜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743200" y="414223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飯店門口搭計程車 5 分鐘直達。參拜金山毘古神，17:00 社務所關閉前購入金運御守。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95604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8463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16:40–17:30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743200" y="4846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&amp; LE LABO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74320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Cafe by Blue Bottle Coffee 與 LE LABO KYOTO 美學散步（離飯店 350m）。</a:t>
            </a:r>
            <a:endParaRPr lang="en-US" sz="1200" dirty="0"/>
          </a:p>
        </p:txBody>
      </p:sp>
      <p:pic>
        <p:nvPicPr>
          <p:cNvPr id="27" name="Image 0" descr="/Users/maxchan/Desktop/京都大阪親子手繪行程_202608/img/mika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91640"/>
            <a:ext cx="4297680" cy="2103120"/>
          </a:xfrm>
          <a:prstGeom prst="rect">
            <a:avLst/>
          </a:prstGeom>
        </p:spPr>
      </p:pic>
      <p:pic>
        <p:nvPicPr>
          <p:cNvPr id="28" name="Image 1" descr="/Users/maxchan/Desktop/京都大阪親子手繪行程_202608/img/nol_kyo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977640"/>
            <a:ext cx="4297680" cy="21031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3/10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  ★  重點日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烏丸極致體驗 · 敘敘苑燒肉與雙神社參拜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8/4（週二）  ·  鴨川散步 → 大丸/SHAKE SHACK → 敘敘苑 → 吉祥院天滿宮 → 檀王法林寺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09:00–10:15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鴨川/三條散步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晨間推車涼風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8892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4A6B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8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10:30–12:20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大丸/SHAKE SHACK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88036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寶可夢中心避暑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12064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12:30–14:00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四條烏丸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· 頂級燒肉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45236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1E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14:15–15:00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54380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計程車 18 分參拜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64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9A7B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15:20–16:00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8755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87552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黑招財貓御守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425196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F5E9C8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D2 動線順暢度總結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四條烏丸核心區（大丸京都店寶可夢中心 + SHAKE SHACK）無縫接軌 12:30 預訂之敘敘苑燒肉午餐。午後搭計程車順路參拜吉祥院天滿宮與檀王法林寺，時間極度完美緊扣 17:00 社務所關門線，購入黑招財貓御守。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4/10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SPOTS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四條烏丸美學美食與雙神社攻略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0F4EF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四條烏丸核心基地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大丸京都店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221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10:00開店避暑 · 2F 寶可夢中心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地下美食街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SHAKE SHACK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350215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京都四條烏丸店 · 大丸正後方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關西限定宇治抹茶奶昔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5262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游玄亭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782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12:30 用餐 · FT 烏丸大樓 8F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奢華包廂 · 頂級和牛燒肉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325880"/>
            <a:ext cx="5440680" cy="2194560"/>
          </a:xfrm>
          <a:prstGeom prst="roundRect">
            <a:avLst>
              <a:gd name="adj" fmla="val 4167"/>
            </a:avLst>
          </a:prstGeom>
          <a:solidFill>
            <a:srgbClr val="F5E9C8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19659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定位：菅原道真（學問之神）誕生地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交通：敘敘苑門口計程車 15–20 分直達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時間：14:15–15:00 參拜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8E8E4"/>
          </a:solidFill>
          <a:ln w="15875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檀王法林寺（黑招財貓）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46520" y="438912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文化：日本最古老招財貓主夜神傳承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限制：社務所 17:00 關門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策略：15:20–16:00 抵達順利購入黑招財貓御守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5/10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→ 大阪移動日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8/5（週三）  ·  專車無縫直達 OMO7 Osaka 與星野大草皮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377440" y="1783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退房上車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377440" y="2130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nol kyoto sanjo 辦理退房，行李直接放入專車後車廂。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4320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34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10:15–11:30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377440" y="2834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OMO7 Osaka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77440" y="318211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D2 飯店對飯店點對點直達，零搬運壓力。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886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午後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377440" y="3886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 Base 大廳休整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377440" y="42336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強勁冷氣、沙發舒適，輕鬆體驗星野大廳美學空間。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84632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37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377440" y="4937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Miya-green 大草皮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37744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數千坪封閉安全草皮放電；住客限定 PIKA PIKA NIGHT 與免費章魚燒。</a:t>
            </a:r>
            <a:endParaRPr lang="en-US" sz="1200" dirty="0"/>
          </a:p>
        </p:txBody>
      </p:sp>
      <p:pic>
        <p:nvPicPr>
          <p:cNvPr id="24" name="Image 0" descr="/Users/maxchan/Desktop/京都大阪親子手繪行程_202608/img/omo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91640"/>
            <a:ext cx="4297680" cy="411480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6/10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神戶放電 · 阿倍野高空夜景與近鐵阿卡將採購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8/6（週四）  ·  神戶 → 大阪天王寺  ·  「麵包超人全室內放電，晚上 Harukas 夜景」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659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08:00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出發前往神戶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20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JR 或專車直達（車程 50–60 分），準備 10:00 開館。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20240" y="2514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JR / 專車直達 · 車上休息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3832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920240" y="3246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麵包超人兒童博物館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920240" y="3566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開館直入，全室內冷氣避暑，幼兒高放電公園。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920240" y="3931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 · 高放電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800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8920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傍晚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920240" y="4663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阿倍野 Harukas 觀景台 · 阿卡將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92024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高空夜景體驗；近鐵百貨 8F 阿卡將採購。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920240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阿卡將 8F · 夜景</a:t>
            </a:r>
            <a:endParaRPr lang="en-US" sz="1100" dirty="0"/>
          </a:p>
        </p:txBody>
      </p:sp>
      <p:pic>
        <p:nvPicPr>
          <p:cNvPr id="26" name="Image 0" descr="/Users/maxchan/Desktop/京都大阪親子手繪行程_202608/img/anpanman_cust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4297680" cy="2103120"/>
          </a:xfrm>
          <a:prstGeom prst="rect">
            <a:avLst/>
          </a:prstGeom>
        </p:spPr>
      </p:pic>
      <p:pic>
        <p:nvPicPr>
          <p:cNvPr id="27" name="Image 1" descr="/Users/maxchan/Desktop/京都大阪親子手繪行程_202608/img/haruk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931920"/>
            <a:ext cx="4297680" cy="210312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7/10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批發採購 · 難波神社與草皮放電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8/7（週五）  ·  難波 → 天王寺  ·  「批發採購後參拜難波神社，傍晚返回 OMO7 草皮放電」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Fanbi Wholesale TERAUCHI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日本朋友帶路批發採購，集中購買省去零售溢價。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11:30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3464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難波神社參拜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3464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商業守護神，落地日本朋友首選祈福地點。推車可順暢進入。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8348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14:00後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7492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大草皮公園散步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7492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返回 OMO7 於 Miya-green 大草皮公園散步放電，享用天王寺在地晚餐。</a:t>
            </a:r>
            <a:endParaRPr lang="en-US" sz="1200" dirty="0"/>
          </a:p>
        </p:txBody>
      </p:sp>
      <p:pic>
        <p:nvPicPr>
          <p:cNvPr id="20" name="Image 0" descr="/Users/maxchan/Desktop/京都大阪親子手繪行程_202608/img/fanbi_wholesa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4297680" cy="1920240"/>
          </a:xfrm>
          <a:prstGeom prst="rect">
            <a:avLst/>
          </a:prstGeom>
        </p:spPr>
      </p:pic>
      <p:pic>
        <p:nvPicPr>
          <p:cNvPr id="21" name="Image 1" descr="/Users/maxchan/Desktop/京都大阪親子手繪行程_202608/img/namba_shrin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657600"/>
            <a:ext cx="4297680" cy="19202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8/10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8544C"/>
          </a:solidFill>
          <a:ln w="12700">
            <a:solidFill>
              <a:srgbClr val="4854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專車無縫直達機場 · 返台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8/8（週六）  ·  「早餐從容，專車到航廈門口」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78308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8308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4640" y="2194560"/>
            <a:ext cx="1737360" cy="0"/>
          </a:xfrm>
          <a:prstGeom prst="line">
            <a:avLst/>
          </a:prstGeom>
          <a:noFill/>
          <a:ln w="19050">
            <a:solidFill>
              <a:srgbClr val="1E2620">
                <a:alpha val="60000"/>
              </a:srgbClr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精緻自助早餐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不趕早班機壓力，好好吃一頓再退房。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675120" y="2194560"/>
            <a:ext cx="1737360" cy="0"/>
          </a:xfrm>
          <a:prstGeom prst="line">
            <a:avLst/>
          </a:prstGeom>
          <a:noFill/>
          <a:ln w="19050">
            <a:solidFill>
              <a:srgbClr val="1E2620">
                <a:alpha val="60000"/>
              </a:srgbClr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8912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專車於 OMO7 大門接駕，行李上車直達 KIX 航廈門口。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46404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11:00 前後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抵達機場 · JX821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13:15 起飛。通關後於機場兒童遊戲區最後放電與換尿布。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286000" y="5394960"/>
            <a:ext cx="7589520" cy="640080"/>
          </a:xfrm>
          <a:prstGeom prst="roundRect">
            <a:avLst>
              <a:gd name="adj" fmla="val 14286"/>
            </a:avLst>
          </a:prstGeom>
          <a:solidFill>
            <a:srgbClr val="1E2620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0" y="55321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星宇航空 JX821  ·  13:15 起飛  ·  順利返台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9/10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62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ln w="19050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77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全程金句備忘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146304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0020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 × 烏丸美食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96596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傍晚快閃金色鳥居；D2 烏丸體驗大丸、寶可夢中心與敘敘苑燒肉。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69748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28346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專車三趟直達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320040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KIX→京都 · D3 京都→OMO7 · D6 OMO7→KIX。零轉乘、行李不離身。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393192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406908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幼兒彈性放電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44348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全室內避暑館（麵包超人博物館）· 天王寺集中採購 · 星野封閉大草皮安全奔跑。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龍貝貝開心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京都大阪親子手繪行程  ·  2026.8.3–8.8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京都大阪親子手繪行程 2026.8.3–8.8</dc:title>
  <dc:subject>專車直達版 · 含御金神社 · 烏丸燒肉</dc:subject>
  <dc:creator>Family Travel</dc:creator>
  <cp:lastModifiedBy>Family Travel</cp:lastModifiedBy>
  <cp:revision>1</cp:revision>
  <dcterms:created xsi:type="dcterms:W3CDTF">2026-07-23T12:42:10Z</dcterms:created>
  <dcterms:modified xsi:type="dcterms:W3CDTF">2026-07-23T12:42:10Z</dcterms:modified>
</cp:coreProperties>
</file>