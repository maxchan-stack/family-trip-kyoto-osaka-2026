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3E6D0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2A2218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188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4231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親子手繪行程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專車直達版  ·  御金神社  ·  敘敘苑燒肉  ·  雙神社參拜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FF8EB"/>
          </a:solidFill>
          <a:ln w="12700">
            <a:solidFill>
              <a:srgbClr val="2A2218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 · 草皮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草皮散步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FF8EB"/>
          </a:solidFill>
          <a:ln w="19050">
            <a:solidFill>
              <a:srgbClr val="5C4A3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08960" y="16916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08960" y="203911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108960" y="274320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108960" y="309067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2A2218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108960" y="3794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108960" y="414223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FF8EB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108960" y="4846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108960" y="519379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2A221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2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FF8EB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FF8EB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169164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92240" y="27432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3152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794760"/>
            <a:ext cx="5486400" cy="1874520"/>
          </a:xfrm>
          <a:prstGeom prst="roundRect">
            <a:avLst>
              <a:gd name="adj" fmla="val 4878"/>
            </a:avLst>
          </a:prstGeom>
          <a:solidFill>
            <a:srgbClr val="FFF8EB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4023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4389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92240" y="484632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86000" y="182880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86000" y="21488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開館直入，全室內冷氣避暑，幼兒高放電效率公園。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25146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下午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286000" y="324612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返大阪車程 / 飯店休整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286000" y="356616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返大阪輕鬆移動與返回 OMO7 休整。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393192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輕鬆休整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8EB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286000" y="4663440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近鐵阿卡將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高空夜景體驗；於近鐵百貨 8F 阿卡將本鋪集中採購母嬰用品與藥妝。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286000" y="534924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深海鯨鯊 · 星野草皮公園與天王寺在地晚餐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大阪港 → 天王寺  ·  「看鯨鯊全室內避暑，傍晚草皮散步」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上午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天保山海遊館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全室內恆溫避暑，無障礙推車動線看鯨鯊。天保山購物中心美食街午餐。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室內恆溫 · 鯨鯊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 / OMO7 休整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海遊館周邊漫步或返回 OMO7 大廳享受設施。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悠閒休整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83880" y="1645920"/>
            <a:ext cx="3657600" cy="3931920"/>
          </a:xfrm>
          <a:prstGeom prst="roundRect">
            <a:avLst>
              <a:gd name="adj" fmla="val 2500"/>
            </a:avLst>
          </a:prstGeom>
          <a:solidFill>
            <a:srgbClr val="FFF8EB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24688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大草皮公園散步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33832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享受草皮涼風，避開擁擠商圈，於天王寺圈享用在地晚餐。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641080" y="4846320"/>
            <a:ext cx="2743200" cy="411480"/>
          </a:xfrm>
          <a:prstGeom prst="roundRect">
            <a:avLst>
              <a:gd name="adj" fmla="val 44444"/>
            </a:avLst>
          </a:prstGeom>
          <a:solidFill>
            <a:srgbClr val="E8F0E4"/>
          </a:solidFill>
          <a:ln/>
        </p:spPr>
      </p:sp>
      <p:sp>
        <p:nvSpPr>
          <p:cNvPr id="25" name="Text 23"/>
          <p:cNvSpPr/>
          <p:nvPr/>
        </p:nvSpPr>
        <p:spPr>
          <a:xfrm>
            <a:off x="8641080" y="4892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草皮散步 · 在地晚餐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6D0"/>
          </a:solidFill>
          <a:ln w="12700">
            <a:solidFill>
              <a:srgbClr val="F3E6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2A2218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5C4A38"/>
          </a:solidFill>
          <a:ln w="12700">
            <a:solidFill>
              <a:srgbClr val="5C4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2A2218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2A2218"/>
          </a:solidFill>
          <a:ln w="12700">
            <a:solidFill>
              <a:srgbClr val="2A22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E6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21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F181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4A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81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E6D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全室內避暑館（麵包超人/海遊館）·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4A3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  ·  專車直達版（含御金神社）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2026-07-21T01:07:21Z</dcterms:created>
  <dcterms:modified xsi:type="dcterms:W3CDTF">2026-07-21T01:07:21Z</dcterms:modified>
</cp:coreProperties>
</file>