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62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411480"/>
            <a:ext cx="11365992" cy="6035040"/>
          </a:xfrm>
          <a:prstGeom prst="rect">
            <a:avLst/>
          </a:prstGeom>
          <a:solidFill>
            <a:srgbClr val="F8FAF7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594360"/>
            <a:ext cx="11000232" cy="5669280"/>
          </a:xfrm>
          <a:prstGeom prst="rect">
            <a:avLst/>
          </a:prstGeom>
          <a:ln w="12700">
            <a:solidFill>
              <a:srgbClr val="1E2620">
                <a:alpha val="45000"/>
              </a:srgbClr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Travel Sketchbook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京都 · 大阪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A7B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親子寫實手帳行程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286000" y="3840480"/>
            <a:ext cx="7589520" cy="502920"/>
          </a:xfrm>
          <a:prstGeom prst="roundRect">
            <a:avLst>
              <a:gd name="adj" fmla="val 45455"/>
            </a:avLst>
          </a:prstGeom>
          <a:solidFill>
            <a:srgbClr val="F0F4EF"/>
          </a:solidFill>
          <a:ln w="12700">
            <a:solidFill>
              <a:srgbClr val="1E2620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91363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2026.8.3（一）– 8.8（六）   ·   6 天 5 夜   ·   星宇 · 關西 KIX   ·   nol sanjo → OMO7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784080" y="822960"/>
            <a:ext cx="1234440" cy="1234440"/>
          </a:xfrm>
          <a:prstGeom prst="ellipse">
            <a:avLst/>
          </a:prstGeom>
          <a:ln w="31750">
            <a:solidFill>
              <a:srgbClr val="C23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0" y="10058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3B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御金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23B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祈願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23B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48463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核心策略：專車點對點  ·  烏丸精緻美食  ·  全室內避暑  ·  彈性幼兒放電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486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travels  ·  金運滿滿  ·  寶寶開心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ln w="12700">
            <a:solidFill>
              <a:srgbClr val="1E2620">
                <a:alpha val="30000"/>
              </a:srgbClr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六日一覽地圖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點對點專車串起京都與大阪，彈性舒適放電動線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783080" cy="4023360"/>
          </a:xfrm>
          <a:prstGeom prst="roundRect">
            <a:avLst>
              <a:gd name="adj" fmla="val 5128"/>
            </a:avLst>
          </a:prstGeom>
          <a:solidFill>
            <a:srgbClr val="F0F4EF"/>
          </a:solidFill>
          <a:ln w="19050">
            <a:solidFill>
              <a:srgbClr val="C23B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54480"/>
            <a:ext cx="1783080" cy="109728"/>
          </a:xfrm>
          <a:prstGeom prst="rect">
            <a:avLst/>
          </a:prstGeom>
          <a:solidFill>
            <a:srgbClr val="C23B22"/>
          </a:solidFill>
          <a:ln w="12700">
            <a:solidFill>
              <a:srgbClr val="C23B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8/3 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抵達京都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4747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御金神社快閃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HUMAN MADE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1554480"/>
            <a:ext cx="1783080" cy="4023360"/>
          </a:xfrm>
          <a:prstGeom prst="roundRect">
            <a:avLst>
              <a:gd name="adj" fmla="val 5128"/>
            </a:avLst>
          </a:prstGeom>
          <a:solidFill>
            <a:srgbClr val="F0F4EF"/>
          </a:solidFill>
          <a:ln w="19050">
            <a:solidFill>
              <a:srgbClr val="9A7B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554480"/>
            <a:ext cx="1783080" cy="109728"/>
          </a:xfrm>
          <a:prstGeom prst="rect">
            <a:avLst/>
          </a:prstGeom>
          <a:solidFill>
            <a:srgbClr val="9A7B1A"/>
          </a:solidFill>
          <a:ln w="12700">
            <a:solidFill>
              <a:srgbClr val="9A7B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2316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8/4 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96312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烏丸燒肉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14600" y="34747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大丸 · 敘敘苑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天滿宮 &amp; 檀王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1554480"/>
            <a:ext cx="1783080" cy="4023360"/>
          </a:xfrm>
          <a:prstGeom prst="roundRect">
            <a:avLst>
              <a:gd name="adj" fmla="val 5128"/>
            </a:avLst>
          </a:prstGeom>
          <a:solidFill>
            <a:srgbClr val="F0F4EF"/>
          </a:solidFill>
          <a:ln w="19050">
            <a:solidFill>
              <a:srgbClr val="6B7F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1554480"/>
            <a:ext cx="1783080" cy="109728"/>
          </a:xfrm>
          <a:prstGeom prst="rect">
            <a:avLst/>
          </a:prstGeom>
          <a:solidFill>
            <a:srgbClr val="6B7F5A"/>
          </a:solidFill>
          <a:ln w="12700">
            <a:solidFill>
              <a:srgbClr val="6B7F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34340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8/5 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16552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專車轉進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34840" y="34747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飯店直達 OMO7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Miya 大草皮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1783080" cy="4023360"/>
          </a:xfrm>
          <a:prstGeom prst="roundRect">
            <a:avLst>
              <a:gd name="adj" fmla="val 5128"/>
            </a:avLst>
          </a:prstGeom>
          <a:solidFill>
            <a:srgbClr val="F0F4EF"/>
          </a:solidFill>
          <a:ln w="19050">
            <a:solidFill>
              <a:srgbClr val="4A6B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1554480"/>
            <a:ext cx="1783080" cy="109728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6364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8/6 四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36792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神戶 · 夜景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55080" y="34747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麵包超人博物館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Harukas &amp; 阿卡將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83880" y="1554480"/>
            <a:ext cx="1783080" cy="4023360"/>
          </a:xfrm>
          <a:prstGeom prst="roundRect">
            <a:avLst>
              <a:gd name="adj" fmla="val 5128"/>
            </a:avLst>
          </a:prstGeom>
          <a:solidFill>
            <a:srgbClr val="F0F4EF"/>
          </a:solidFill>
          <a:ln w="19050">
            <a:solidFill>
              <a:srgbClr val="C45C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83880" y="1554480"/>
            <a:ext cx="1783080" cy="109728"/>
          </a:xfrm>
          <a:prstGeom prst="rect">
            <a:avLst/>
          </a:prstGeom>
          <a:solidFill>
            <a:srgbClr val="C45C3E"/>
          </a:solidFill>
          <a:ln w="12700">
            <a:solidFill>
              <a:srgbClr val="C45C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5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18388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8/7 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57032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深海 · 草皮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75320" y="34747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天保山海遊館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OMO7 草皮散步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104120" y="1554480"/>
            <a:ext cx="1783080" cy="4023360"/>
          </a:xfrm>
          <a:prstGeom prst="roundRect">
            <a:avLst>
              <a:gd name="adj" fmla="val 5128"/>
            </a:avLst>
          </a:prstGeom>
          <a:solidFill>
            <a:srgbClr val="F0F4EF"/>
          </a:solidFill>
          <a:ln w="19050">
            <a:solidFill>
              <a:srgbClr val="4854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104120" y="1554480"/>
            <a:ext cx="1783080" cy="109728"/>
          </a:xfrm>
          <a:prstGeom prst="rect">
            <a:avLst/>
          </a:prstGeom>
          <a:solidFill>
            <a:srgbClr val="48544C"/>
          </a:solidFill>
          <a:ln w="12700">
            <a:solidFill>
              <a:srgbClr val="4854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0412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010412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8/8 六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177272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專車返台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195560" y="34747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OMO7 → KIX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JX821 13:15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京都 · 大阪 親子行程  ·  2026.8.3–8.8  ·  2/10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ln w="12700">
            <a:solidFill>
              <a:srgbClr val="1E2620">
                <a:alpha val="30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3B22"/>
          </a:solidFill>
          <a:ln w="12700">
            <a:solidFill>
              <a:srgbClr val="C23B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抵達京都 · 專車直達、御金快閃與三條美學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8/3（週一）  ·  京都中京區  ·  「專車無縫接送，金運快閃與潮牌咖啡散步」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801368"/>
            <a:ext cx="256032" cy="256032"/>
          </a:xfrm>
          <a:prstGeom prst="ellipse">
            <a:avLst/>
          </a:prstGeom>
          <a:solidFill>
            <a:srgbClr val="F0F4EF"/>
          </a:solidFill>
          <a:ln w="25400">
            <a:solidFill>
              <a:srgbClr val="C23B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075688"/>
            <a:ext cx="0" cy="777240"/>
          </a:xfrm>
          <a:prstGeom prst="line">
            <a:avLst/>
          </a:prstGeom>
          <a:noFill/>
          <a:ln w="15875">
            <a:solidFill>
              <a:srgbClr val="1E2620">
                <a:alpha val="50000"/>
              </a:srgbClr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5156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12:05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關西國際機場（KIX）降落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20391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出關、提取行李。保持節奏緩慢，讓寶寶適應環境。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852928"/>
            <a:ext cx="256032" cy="256032"/>
          </a:xfrm>
          <a:prstGeom prst="ellipse">
            <a:avLst/>
          </a:prstGeom>
          <a:solidFill>
            <a:srgbClr val="F0F4EF"/>
          </a:solidFill>
          <a:ln w="25400">
            <a:solidFill>
              <a:srgbClr val="C23B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127248"/>
            <a:ext cx="0" cy="777240"/>
          </a:xfrm>
          <a:prstGeom prst="line">
            <a:avLst/>
          </a:prstGeom>
          <a:noFill/>
          <a:ln w="15875">
            <a:solidFill>
              <a:srgbClr val="1E2620">
                <a:alpha val="50000"/>
              </a:srgbClr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05156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13:30 前後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2743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外派接駁車 D1 · 機場直達飯店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30906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專車直達 nol kyoto sanjo。車程約 80–90 分鐘，寶寶於車上休息。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904488"/>
            <a:ext cx="256032" cy="256032"/>
          </a:xfrm>
          <a:prstGeom prst="ellipse">
            <a:avLst/>
          </a:prstGeom>
          <a:solidFill>
            <a:srgbClr val="F0F4EF"/>
          </a:solidFill>
          <a:ln w="25400">
            <a:solidFill>
              <a:srgbClr val="C23B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4178808"/>
            <a:ext cx="0" cy="777240"/>
          </a:xfrm>
          <a:prstGeom prst="line">
            <a:avLst/>
          </a:prstGeom>
          <a:noFill/>
          <a:ln w="15875">
            <a:solidFill>
              <a:srgbClr val="1E2620">
                <a:alpha val="50000"/>
              </a:srgbClr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05156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15:40–16:30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743200" y="3794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【計程車快閃】御金神社參拜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43200" y="414223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飯店門口搭計程車 5 分鐘直達。參拜金山毘古神，17:00 社務所關閉前購入金運御守。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956048"/>
            <a:ext cx="256032" cy="256032"/>
          </a:xfrm>
          <a:prstGeom prst="ellipse">
            <a:avLst/>
          </a:prstGeom>
          <a:solidFill>
            <a:srgbClr val="F0F4EF"/>
          </a:solidFill>
          <a:ln w="25400">
            <a:solidFill>
              <a:srgbClr val="C23B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846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16:40–17:30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743200" y="4846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HUMAN MADE 1928 &amp; LE LABO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743200" y="51937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HUMAN MADE 1928 Cafe by Blue Bottle Coffee 與 LE LABO KYOTO 美學散步（離飯店 350m）。</a:t>
            </a:r>
            <a:endParaRPr lang="en-US" sz="1200" dirty="0"/>
          </a:p>
        </p:txBody>
      </p:sp>
      <p:pic>
        <p:nvPicPr>
          <p:cNvPr id="27" name="Image 0" descr="/Users/maxchan/Desktop/京都大阪親子手繪行程_202608/img/mika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91640"/>
            <a:ext cx="4297680" cy="2103120"/>
          </a:xfrm>
          <a:prstGeom prst="rect">
            <a:avLst/>
          </a:prstGeom>
        </p:spPr>
      </p:pic>
      <p:pic>
        <p:nvPicPr>
          <p:cNvPr id="28" name="Image 1" descr="/Users/maxchan/Desktop/京都大阪親子手繪行程_202608/img/nol_kyo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977640"/>
            <a:ext cx="4297680" cy="21031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京都 · 大阪 親子行程  ·  2026.8.3–8.8  ·  3/10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ln w="12700">
            <a:solidFill>
              <a:srgbClr val="1E2620">
                <a:alpha val="30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02  ★  重點日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烏丸極致體驗 · 敘敘苑燒肉與雙神社參拜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8/4（週二）  ·  鴨川散步 → 大丸/SHAKE SHACK → 敘敘苑 → 吉祥院天滿宮 → 檀王法林寺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0F4EF"/>
          </a:solidFill>
          <a:ln w="19050">
            <a:solidFill>
              <a:srgbClr val="6B7F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09:00–10:15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鴨川/三條散步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晨間推車涼風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88920" y="164592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0F4EF"/>
          </a:solidFill>
          <a:ln w="19050">
            <a:solidFill>
              <a:srgbClr val="4A6B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10:30–12:20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大丸/SHAKE SHACK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880360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寶可夢中心避暑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120640" y="164592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0F4EF"/>
          </a:solidFill>
          <a:ln w="19050">
            <a:solidFill>
              <a:srgbClr val="C23B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12:30–14:00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敘敘苑 四條烏丸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12080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已預訂 · 頂級燒肉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452360" y="164592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0F4EF"/>
          </a:solidFill>
          <a:ln w="19050">
            <a:solidFill>
              <a:srgbClr val="1E26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14:15–15:00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4380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吉祥院天滿宮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543800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計程車 18 分參拜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46404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784080" y="164592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0F4EF"/>
          </a:solidFill>
          <a:ln w="19050">
            <a:solidFill>
              <a:srgbClr val="9A7B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15:20–16:00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7552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檀王法林寺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875520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黑招財貓御守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4251960"/>
            <a:ext cx="11155680" cy="1737360"/>
          </a:xfrm>
          <a:prstGeom prst="roundRect">
            <a:avLst>
              <a:gd name="adj" fmla="val 4211"/>
            </a:avLst>
          </a:prstGeom>
          <a:solidFill>
            <a:srgbClr val="F5E9C8"/>
          </a:solidFill>
          <a:ln w="15875">
            <a:solidFill>
              <a:srgbClr val="9A7B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4348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7B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 動線順暢度總結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四條烏丸核心區（大丸京都店寶可夢中心 + SHAKE SHACK）無縫接軌 12:30 預訂之敘敘苑燒肉午餐。午後搭計程車順路參拜吉祥院天滿宮與檀王法林寺，時間極度完美緊扣 17:00 社務所關門線，購入黑招財貓御守。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京都 · 大阪 親子行程  ·  2026.8.3–8.8  ·  4/10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ln w="12700">
            <a:solidFill>
              <a:srgbClr val="1E2620">
                <a:alpha val="30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SPOTS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四條烏丸美學美食與雙神社攻略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0F4EF"/>
          </a:solidFill>
          <a:ln w="15875">
            <a:solidFill>
              <a:srgbClr val="9A7B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四條烏丸核心基地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B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大丸京都店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2219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10:00開店避暑 · 2F 寶可夢中心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頂級育嬰室 · 地下美食街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B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SHAKE SHACK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50215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京都四條烏丸店 · 大丸正後方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關西限定宇治抹茶奶昔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5262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B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敘敘苑 游玄亭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7823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已預訂 12:30 用餐 · FT 烏丸大樓 8F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奢華包廂 · 頂級和牛燒肉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F5E9C8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吉祥院天滿宮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19659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定位：菅原道真（學問之神）誕生地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交通：敘敘苑門口計程車 15–20 分直達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時間：14:15–15:00 參拜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74904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8E8E4"/>
          </a:solidFill>
          <a:ln w="15875">
            <a:solidFill>
              <a:srgbClr val="C23B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3B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檀王法林寺（黑招財貓）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438912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文化：日本最古老招財貓主夜神傳承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限制：社務所 17:00 關門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策略：15:20–16:00 抵達順利購入黑招財貓御守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京都 · 大阪 親子行程  ·  2026.8.3–8.8  ·  5/10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ln w="12700">
            <a:solidFill>
              <a:srgbClr val="1E2620">
                <a:alpha val="30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7F5A"/>
          </a:solidFill>
          <a:ln w="12700">
            <a:solidFill>
              <a:srgbClr val="6B7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京都 → 大阪移動日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8/5（週三）  ·  專車無縫直達 OMO7 Osaka 與星野大草皮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6583680" cy="960120"/>
          </a:xfrm>
          <a:prstGeom prst="roundRect">
            <a:avLst>
              <a:gd name="adj" fmla="val 9524"/>
            </a:avLst>
          </a:prstGeom>
          <a:solidFill>
            <a:srgbClr val="F0F4EF"/>
          </a:solidFill>
          <a:ln w="15875">
            <a:solidFill>
              <a:srgbClr val="6B7F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10:00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7744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退房上車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77440" y="21305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nol kyoto sanjo 辦理退房，行李直接放入專車後車廂。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6583680" cy="960120"/>
          </a:xfrm>
          <a:prstGeom prst="roundRect">
            <a:avLst>
              <a:gd name="adj" fmla="val 9524"/>
            </a:avLst>
          </a:prstGeom>
          <a:solidFill>
            <a:srgbClr val="F0F4EF"/>
          </a:solidFill>
          <a:ln w="15875">
            <a:solidFill>
              <a:srgbClr val="6B7F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10:15–11:30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77440" y="2834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專車直達 OMO7 Osaka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377440" y="31821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外派接駁車 D2 飯店對飯店點對點直達，零搬運壓力。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6583680" cy="960120"/>
          </a:xfrm>
          <a:prstGeom prst="roundRect">
            <a:avLst>
              <a:gd name="adj" fmla="val 9524"/>
            </a:avLst>
          </a:prstGeom>
          <a:solidFill>
            <a:srgbClr val="F0F4EF"/>
          </a:solidFill>
          <a:ln w="15875">
            <a:solidFill>
              <a:srgbClr val="6B7F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86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午後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OMO Base 大廳休整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377440" y="42336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強勁冷氣、沙發舒適，輕鬆體驗星野大廳美學空間。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846320"/>
            <a:ext cx="6583680" cy="960120"/>
          </a:xfrm>
          <a:prstGeom prst="roundRect">
            <a:avLst>
              <a:gd name="adj" fmla="val 9524"/>
            </a:avLst>
          </a:prstGeom>
          <a:solidFill>
            <a:srgbClr val="F0F4EF"/>
          </a:solidFill>
          <a:ln w="15875">
            <a:solidFill>
              <a:srgbClr val="6B7F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937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傍晚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377440" y="4937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Miya-green 大草皮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377440" y="5285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數千坪封閉安全草皮放電；住客限定 PIKA PIKA NIGHT 與免費章魚燒。</a:t>
            </a:r>
            <a:endParaRPr lang="en-US" sz="1200" dirty="0"/>
          </a:p>
        </p:txBody>
      </p:sp>
      <p:pic>
        <p:nvPicPr>
          <p:cNvPr id="24" name="Image 0" descr="/Users/maxchan/Desktop/京都大阪親子手繪行程_202608/img/omo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91640"/>
            <a:ext cx="4297680" cy="41148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京都 · 大阪 親子行程  ·  2026.8.3–8.8  ·  6/10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ln w="12700">
            <a:solidFill>
              <a:srgbClr val="1E2620">
                <a:alpha val="30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神戶放電 · 阿倍野高空夜景與近鐵阿卡將採購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8/6（週四）  ·  神戶 → 大阪天王寺  ·  「麵包超人全室內放電，晚上 Harukas 夜景」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F0F4EF"/>
          </a:solidFill>
          <a:ln w="15875">
            <a:solidFill>
              <a:srgbClr val="4A6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96596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4A6B7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2024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神戶 · 麵包超人兒童博物館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開館直入，全室內冷氣避暑，幼兒高放電公園。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514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全室內避暑 · 高放電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06324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F0F4EF"/>
          </a:solidFill>
          <a:ln w="15875">
            <a:solidFill>
              <a:srgbClr val="4A6B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38328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4A6B7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474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20240" y="3246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返大阪車程 / 飯店休整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20240" y="3566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返大阪輕鬆移動與返回 OMO7 休整。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輕鬆休整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48056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F0F4EF"/>
          </a:solidFill>
          <a:ln w="15875">
            <a:solidFill>
              <a:srgbClr val="4A6B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8006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4A6B7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892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傍晚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920240" y="4663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阿倍野 Harukas 觀景台 · 阿卡將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92024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高空夜景體驗；近鐵百貨 8F 阿卡將採購。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20240" y="5349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頂級育嬰室 · 阿卡將 8F · 夜景</a:t>
            </a:r>
            <a:endParaRPr lang="en-US" sz="1100" dirty="0"/>
          </a:p>
        </p:txBody>
      </p:sp>
      <p:pic>
        <p:nvPicPr>
          <p:cNvPr id="26" name="Image 0" descr="/Users/maxchan/Desktop/京都大阪親子手繪行程_202608/img/anpanman_cust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45920"/>
            <a:ext cx="4297680" cy="2103120"/>
          </a:xfrm>
          <a:prstGeom prst="rect">
            <a:avLst/>
          </a:prstGeom>
        </p:spPr>
      </p:pic>
      <p:pic>
        <p:nvPicPr>
          <p:cNvPr id="27" name="Image 1" descr="/Users/maxchan/Desktop/京都大阪親子手繪行程_202608/img/haruka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931920"/>
            <a:ext cx="4297680" cy="21031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京都 · 大阪 親子行程  ·  2026.8.3–8.8  ·  7/10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ln w="12700">
            <a:solidFill>
              <a:srgbClr val="1E2620">
                <a:alpha val="30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5C3E"/>
          </a:solidFill>
          <a:ln w="12700">
            <a:solidFill>
              <a:srgbClr val="C45C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深海鯨鯊 · 星野草皮公園與天王寺在地晚餐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8/7（週五）  ·  大阪港 → 天王寺  ·  「看鯨鯊全室內避暑，傍晚草皮散步」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F0F4EF"/>
          </a:solidFill>
          <a:ln w="15875">
            <a:solidFill>
              <a:srgbClr val="C45C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0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天保山海遊館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全室內恆溫避暑，無障礙動線看鯨鯊。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64592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F0F4EF"/>
          </a:solidFill>
          <a:ln w="15875">
            <a:solidFill>
              <a:srgbClr val="C45C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920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2468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海遊館周邊 / OMO7 休整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338328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海遊館漫步或返回 OMO7 享受設施。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83480" y="164592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F0F4EF"/>
          </a:solidFill>
          <a:ln w="15875">
            <a:solidFill>
              <a:srgbClr val="C45C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920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傍晚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2468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OMO7 大草皮公園散步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338328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享草皮涼風，天王寺在地晚餐。</a:t>
            </a:r>
            <a:endParaRPr lang="en-US" sz="1200" dirty="0"/>
          </a:p>
        </p:txBody>
      </p:sp>
      <p:pic>
        <p:nvPicPr>
          <p:cNvPr id="20" name="Image 0" descr="/Users/maxchan/Desktop/京都大阪親子手繪行程_202608/img/kaiyuk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45920"/>
            <a:ext cx="4297680" cy="39319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京都 · 大阪 親子行程  ·  2026.8.3–8.8  ·  8/10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ln w="12700">
            <a:solidFill>
              <a:srgbClr val="1E2620">
                <a:alpha val="30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8544C"/>
          </a:solidFill>
          <a:ln w="12700">
            <a:solidFill>
              <a:srgbClr val="485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專車無縫直達機場 · 返台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8/8（週六）  ·  「早餐從容，專車到航廈門口」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83080" y="1737360"/>
            <a:ext cx="914400" cy="914400"/>
          </a:xfrm>
          <a:prstGeom prst="ellipse">
            <a:avLst/>
          </a:prstGeom>
          <a:solidFill>
            <a:srgbClr val="1E2620"/>
          </a:solidFill>
          <a:ln w="12700">
            <a:solidFill>
              <a:srgbClr val="1E26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19202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34640" y="2194560"/>
            <a:ext cx="1737360" cy="0"/>
          </a:xfrm>
          <a:prstGeom prst="line">
            <a:avLst/>
          </a:prstGeom>
          <a:noFill/>
          <a:ln w="19050">
            <a:solidFill>
              <a:srgbClr val="1E2620">
                <a:alpha val="60000"/>
              </a:srgbClr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08:30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383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OMO7 精緻自助早餐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不趕早班機壓力，好好吃一頓再退房。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23560" y="1737360"/>
            <a:ext cx="914400" cy="914400"/>
          </a:xfrm>
          <a:prstGeom prst="ellipse">
            <a:avLst/>
          </a:prstGeom>
          <a:solidFill>
            <a:srgbClr val="1E2620"/>
          </a:solidFill>
          <a:ln w="12700">
            <a:solidFill>
              <a:srgbClr val="1E26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19202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675120" y="2194560"/>
            <a:ext cx="1737360" cy="0"/>
          </a:xfrm>
          <a:prstGeom prst="line">
            <a:avLst/>
          </a:prstGeom>
          <a:noFill/>
          <a:ln w="19050">
            <a:solidFill>
              <a:srgbClr val="1E2620">
                <a:alpha val="60000"/>
              </a:srgbClr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8912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10:00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26280" y="3383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外派接駁車 D3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4114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專車於 OMO7 大門接駕，行李上車直達 KIX 航廈門口。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464040" y="1737360"/>
            <a:ext cx="914400" cy="914400"/>
          </a:xfrm>
          <a:prstGeom prst="ellipse">
            <a:avLst/>
          </a:prstGeom>
          <a:solidFill>
            <a:srgbClr val="1E2620"/>
          </a:solidFill>
          <a:ln w="12700">
            <a:solidFill>
              <a:srgbClr val="1E26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19202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11:00 前後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66760" y="3383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抵達機場 · JX821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12480" y="4114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13:15 起飛。通關後於機場兒童遊戲區最後放電與換尿布。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0" y="5394960"/>
            <a:ext cx="7589520" cy="640080"/>
          </a:xfrm>
          <a:prstGeom prst="roundRect">
            <a:avLst>
              <a:gd name="adj" fmla="val 14286"/>
            </a:avLst>
          </a:prstGeom>
          <a:solidFill>
            <a:srgbClr val="1E2620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0" y="55321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星宇航空 JX821  ·  13:15 起飛  ·  順利返台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京都 · 大阪 親子行程  ·  2026.8.3–8.8  ·  9/10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6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ln w="1905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全程金句備忘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2F261C"/>
          </a:solidFill>
          <a:ln w="12700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60020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御金 × 烏丸美食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 傍晚快閃金色鳥居；D2 烏丸體驗大丸、寶可夢中心與敘敘苑燒肉。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69748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2F261C"/>
          </a:solidFill>
          <a:ln w="12700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8346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專車三趟直達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320040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 KIX→京都 · D3 京都→OMO7 · D6 OMO7→KIX。零轉乘、行李不離身。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393192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2F261C"/>
          </a:solidFill>
          <a:ln w="12700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406908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幼兒彈性放電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44348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全室內避暑館（麵包超人/海遊館）· 天王寺集中採購 · 星野封閉大草皮安全奔跑。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travels  ·  金運滿滿  ·  龍貝貝開心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8064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京都大阪親子手繪行程  ·  2026.8.3–8.8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京都大阪親子手繪行程 2026.8.3–8.8</dc:title>
  <dc:subject>專車直達版 · 含御金神社 · 烏丸燒肉</dc:subject>
  <dc:creator>Family Travel</dc:creator>
  <cp:lastModifiedBy>Family Travel</cp:lastModifiedBy>
  <cp:revision>1</cp:revision>
  <dcterms:created xsi:type="dcterms:W3CDTF">2026-07-21T08:15:32Z</dcterms:created>
  <dcterms:modified xsi:type="dcterms:W3CDTF">2026-07-21T08:15:32Z</dcterms:modified>
</cp:coreProperties>
</file>