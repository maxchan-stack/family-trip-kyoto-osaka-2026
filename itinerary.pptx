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3E6D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2A2218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親子手繪行程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專車直達版  ·  含御金神社  ·  幼兒友善動線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FF8EB"/>
          </a:solidFill>
          <a:ln w="12700">
            <a:solidFill>
              <a:srgbClr val="2A2218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中午死守小睡  ·  午後室內避暑  ·  清晨快閃熱門小神社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點對點專車串起京都與大阪，每天保留幼兒午睡黃金時段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KIX → nol sanjo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 LABO 散步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財運 · 古城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 → 二条城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京瓷美術館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轉進大阪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高空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夜景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採購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大丸心齋橋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5C4A3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專車直達與町家香氛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「先補眠，再慢慢走進京都的午後」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0391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08960" y="30906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分鐘，寶寶於車上繼續補眠。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15:00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08960" y="3794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辦理入住 · 休整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08960" y="41422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放下行李、洗澡換裝、調整空調與尿布站。不急著出門。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08960" y="4846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 LABO KYOTO → 周邊超市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08960" y="51937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町家改建香氛店美學考察，再到質感超市採購鮮乳與幼兒物資。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財運祈願 · 古城放電 · 美術館避暑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御金神社 → 二条城 → 京瓷美術館 → 鴨川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08:00–08:30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金運快閃 15–20 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2A22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2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08:30–10:30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二条城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步行 6–8 分放電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京瓷美術館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ENFUSE 午餐避暑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15:00–17:00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飯店小睡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常態午睡死守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17:30+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檀王→鴨川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 · 河畔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御金神社（快閃買金運御守）── 步行 6 分鐘 ── 二条城（大空間平整放電）。既滿足神社參拜，又完全不打亂寶寶中午回去小睡的黃金作息。與下榻 nol sanjo 同屬中京區，地理優勢極大。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 · 地理空間與物理動線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FF8EB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景點定位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地理位置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京都市中京區押西洞院町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靠近二条城、地鐵烏丸御池站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文化本質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1363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主祀金山毘古神（金屬、礦物與財運）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金黃色鳥居 · 洗錢／金運御守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7947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空間特性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40507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著名熱門小型神社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境內極狹小，經常排隊擁擠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709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與住宿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9651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nol kyoto sanjo 同中京區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距離非常近，順路不繞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最佳切入策略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時段：D2 清晨 08:00–08:30（人潮相對稀少）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時長：15–20 分鐘快閃參拜／買御守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順序：可先御金再二条城（推薦）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距離：至二条城約 500 公尺（步行 6–8 分）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推車應變（人多時）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推車停在入口外圍，勿硬擠入狹窄境內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大人輪流抱著寶寶（或用揹帶）進去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快速參拜／購買金運御守後會合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保住情緒與安全，勝過硬排長隊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專車快閃天滿宮與星野大草皮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行李直接放入專車後車廂，零搬運壓力。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10:15–12:15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點對點停靠。菅原道真誕生地，快閃 30–40 分鐘後直開大阪。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小睡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冷氣強勁、沙發舒適，大廳調解幼兒小睡。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+ 燈光節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深海鯨鯊與高空夜景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大阪  ·  「全室內看鯨鯊，晚上再上 Harukas」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86000" y="21488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全室內恆溫避暑，全無障礙推車動線看鯨鯊。中午於天保山購物中心美食街親子區用餐。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室內恆溫 · 推車友善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246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返回 OMO7 · 死守午睡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回房執行幼兒常態午睡，不排戶外行程搶時間。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3931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常態小睡 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6634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/ 近鐵百貨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大人服飾與選物考察；利用頂級育嬰室防禦。晚餐於高樓層景觀餐廳。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534924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高空景觀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神戶放電與百貨單點大採購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「超人博物館放電，心齋橋只進百貨」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麵包超人兒童博物館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神戶開館直入。全室內冷氣，高放電效率——這天的主放電場。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 · 高放電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 / 深度小睡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車程與回房時段剛好銜接常態深度補眠。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車上／房內補眠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8388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大丸心齋橋百貨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推車直進百貨內部，阿卡將本鋪採購藥妝與母嬰用品。奢華育嬰室做後盾。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F8E8E4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禁戶外商店街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F181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二条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清晨快閃金色鳥居 → 步行 6 分古城放電。不擠、不繞、不打亂午睡。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D2 京都→天滿宮→OMO7 · D3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幼兒鐵律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中午常態小睡不可破 · 午後室內避暑 · 推車空間優先 · 熱門小神社大人輪流抱嬰。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  ·  專車直達版（含御金神社）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</dc:subject>
  <dc:creator>Family Travel</dc:creator>
  <cp:lastModifiedBy>Family Travel</cp:lastModifiedBy>
  <cp:revision>1</cp:revision>
  <dcterms:created xsi:type="dcterms:W3CDTF">2026-07-15T02:47:09Z</dcterms:created>
  <dcterms:modified xsi:type="dcterms:W3CDTF">2026-07-15T02:47:09Z</dcterms:modified>
</cp:coreProperties>
</file>