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image" Target="../media/image-3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620"/>
          </a:solidFill>
          <a:ln/>
        </p:spPr>
      </p:sp>
      <p:sp>
        <p:nvSpPr>
          <p:cNvPr id="3" name="Shape 1"/>
          <p:cNvSpPr/>
          <p:nvPr/>
        </p:nvSpPr>
        <p:spPr>
          <a:xfrm>
            <a:off x="411480" y="411480"/>
            <a:ext cx="11365992" cy="6035040"/>
          </a:xfrm>
          <a:prstGeom prst="rect">
            <a:avLst/>
          </a:prstGeom>
          <a:solidFill>
            <a:srgbClr val="F8FAF7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94360" y="594360"/>
            <a:ext cx="11000232" cy="5669280"/>
          </a:xfrm>
          <a:prstGeom prst="rect">
            <a:avLst/>
          </a:prstGeom>
          <a:ln w="12700">
            <a:solidFill>
              <a:srgbClr val="1E2620">
                <a:alpha val="45000"/>
              </a:srgbClr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914400" y="128016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Travel Sketchbook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828800"/>
            <a:ext cx="10332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 · 大阪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914400" y="2560320"/>
            <a:ext cx="10332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親子寫實手帳行程</a:t>
            </a:r>
            <a:endParaRPr lang="en-US" sz="3600" dirty="0"/>
          </a:p>
        </p:txBody>
      </p:sp>
      <p:sp>
        <p:nvSpPr>
          <p:cNvPr id="8" name="Shape 6"/>
          <p:cNvSpPr/>
          <p:nvPr/>
        </p:nvSpPr>
        <p:spPr>
          <a:xfrm>
            <a:off x="2286000" y="3840480"/>
            <a:ext cx="7589520" cy="502920"/>
          </a:xfrm>
          <a:prstGeom prst="roundRect">
            <a:avLst>
              <a:gd name="adj" fmla="val 45455"/>
            </a:avLst>
          </a:prstGeom>
          <a:solidFill>
            <a:srgbClr val="F0F4EF"/>
          </a:solidFill>
          <a:ln w="12700">
            <a:solidFill>
              <a:srgbClr val="1E262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0" y="3913632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2026.8.3（一）– 8.8（六）   ·   6 天 5 夜   ·   星宇 · 關西 KIX   ·   nol sanjo → OMO7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784080" y="822960"/>
            <a:ext cx="1234440" cy="1234440"/>
          </a:xfrm>
          <a:prstGeom prst="ellipse">
            <a:avLst/>
          </a:prstGeom>
          <a:ln w="31750">
            <a:solidFill>
              <a:srgbClr val="C23B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784080" y="1005840"/>
            <a:ext cx="1234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祈願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安全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4846320"/>
            <a:ext cx="9966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核心策略：專車點對點  ·  烏丸精緻美食  ·  全室內避暑  ·  彈性幼兒放電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14400" y="5486400"/>
            <a:ext cx="10332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travels  ·  金運滿滿  ·  寶寶開心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Text 2"/>
          <p:cNvSpPr/>
          <p:nvPr/>
        </p:nvSpPr>
        <p:spPr>
          <a:xfrm>
            <a:off x="548640" y="411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六日一覽地圖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點對點專車串起京都與大阪，彈性舒適放電動線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C23B22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02920" y="1554480"/>
            <a:ext cx="1783080" cy="109728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0292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8/3 一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7607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抵達京都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御金神社快閃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 MADE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42316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9A7B1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23160" y="1554480"/>
            <a:ext cx="1783080" cy="109728"/>
          </a:xfrm>
          <a:prstGeom prst="rect">
            <a:avLst/>
          </a:prstGeom>
          <a:solidFill>
            <a:srgbClr val="9A7B1A"/>
          </a:solidFill>
          <a:ln w="12700">
            <a:solidFill>
              <a:srgbClr val="9A7B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2316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D2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42316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 二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49631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烏丸燒肉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51460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大丸 · 敘敘苑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天滿宮 &amp; 檀王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34340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6B7F5A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343400" y="1554480"/>
            <a:ext cx="1783080" cy="109728"/>
          </a:xfrm>
          <a:prstGeom prst="rect">
            <a:avLst/>
          </a:prstGeom>
          <a:solidFill>
            <a:srgbClr val="6B7F5A"/>
          </a:solidFill>
          <a:ln w="12700">
            <a:solidFill>
              <a:srgbClr val="6B7F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34340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D3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34340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8/5 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41655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專車轉進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443484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飯店直達 OMO7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Miya 大草皮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6364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4A6B7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1554480"/>
            <a:ext cx="1783080" cy="109728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26364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D4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26364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8/6 四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3679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 · 夜景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635508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麵包超人博物館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Harukas &amp; 阿卡將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8388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C45C3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83880" y="1554480"/>
            <a:ext cx="1783080" cy="109728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18388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D5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18388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8/7 五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25703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深海 · 草皮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827532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天保山海遊館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草皮散步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10104120" y="1554480"/>
            <a:ext cx="1783080" cy="4023360"/>
          </a:xfrm>
          <a:prstGeom prst="roundRect">
            <a:avLst>
              <a:gd name="adj" fmla="val 5128"/>
            </a:avLst>
          </a:prstGeom>
          <a:solidFill>
            <a:srgbClr val="F0F4EF"/>
          </a:solidFill>
          <a:ln w="19050">
            <a:solidFill>
              <a:srgbClr val="48544C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10104120" y="1554480"/>
            <a:ext cx="1783080" cy="109728"/>
          </a:xfrm>
          <a:prstGeom prst="rect">
            <a:avLst/>
          </a:prstGeom>
          <a:solidFill>
            <a:srgbClr val="48544C"/>
          </a:solidFill>
          <a:ln w="12700">
            <a:solidFill>
              <a:srgbClr val="48544C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104120" y="18745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D6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0104120" y="228600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8/8 六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0177272" y="283464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專車返台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10195560" y="3474720"/>
            <a:ext cx="1600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→ KIX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JX821 13:15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2/10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23B22"/>
          </a:solidFill>
          <a:ln w="12700">
            <a:solidFill>
              <a:srgbClr val="C23B2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抵達京都 · 專車直達、御金快閃與三條美學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8872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8/3（週一）  ·  京都中京區  ·  「專車無縫接送，金運快閃與潮牌咖啡散步」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94360" y="180136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13232" y="2075688"/>
            <a:ext cx="0" cy="777240"/>
          </a:xfrm>
          <a:prstGeom prst="line">
            <a:avLst/>
          </a:prstGeom>
          <a:noFill/>
          <a:ln w="15875">
            <a:solidFill>
              <a:srgbClr val="1E2620">
                <a:alpha val="50000"/>
              </a:srgbClr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1051560" y="1691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12:05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743200" y="16916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關西國際機場（KIX）降落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743200" y="203911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出關、提取行李。保持節奏緩慢，讓寶寶適應環境。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" y="285292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3232" y="3127248"/>
            <a:ext cx="0" cy="777240"/>
          </a:xfrm>
          <a:prstGeom prst="line">
            <a:avLst/>
          </a:prstGeom>
          <a:noFill/>
          <a:ln w="15875">
            <a:solidFill>
              <a:srgbClr val="1E2620">
                <a:alpha val="50000"/>
              </a:srgbClr>
            </a:solidFill>
            <a:prstDash val="dash"/>
          </a:ln>
        </p:spPr>
      </p:sp>
      <p:sp>
        <p:nvSpPr>
          <p:cNvPr id="15" name="Text 13"/>
          <p:cNvSpPr/>
          <p:nvPr/>
        </p:nvSpPr>
        <p:spPr>
          <a:xfrm>
            <a:off x="1051560" y="2743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13:30 前後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2743200" y="27432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外派接駁車 D1 · 機場直達飯店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2743200" y="309067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專車直達 nol kyoto sanjo。車程約 80–90 分鐘，寶寶於車上休息。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94360" y="390448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4178808"/>
            <a:ext cx="0" cy="777240"/>
          </a:xfrm>
          <a:prstGeom prst="line">
            <a:avLst/>
          </a:prstGeom>
          <a:noFill/>
          <a:ln w="15875">
            <a:solidFill>
              <a:srgbClr val="1E2620">
                <a:alpha val="50000"/>
              </a:srgbClr>
            </a:solidFill>
            <a:prstDash val="dash"/>
          </a:ln>
        </p:spPr>
      </p:sp>
      <p:sp>
        <p:nvSpPr>
          <p:cNvPr id="20" name="Text 18"/>
          <p:cNvSpPr/>
          <p:nvPr/>
        </p:nvSpPr>
        <p:spPr>
          <a:xfrm>
            <a:off x="1051560" y="3794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15:40–16:30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743200" y="37947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【計程車快閃】御金神社參拜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743200" y="414223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飯店門口搭計程車 5 分鐘直達。參拜金山毘古神，17:00 社務所關閉前購入金運御守。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94360" y="4956048"/>
            <a:ext cx="256032" cy="256032"/>
          </a:xfrm>
          <a:prstGeom prst="ellipse">
            <a:avLst/>
          </a:prstGeom>
          <a:solidFill>
            <a:srgbClr val="F0F4EF"/>
          </a:solidFill>
          <a:ln w="25400">
            <a:solidFill>
              <a:srgbClr val="C23B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51560" y="484632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16:40–17:30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274320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 MADE 1928 &amp; LE LABO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2743200" y="5193792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HUMAN MADE 1928 Cafe by Blue Bottle Coffee 與 LE LABO KYOTO 美學散步（離飯店 350m）。</a:t>
            </a:r>
            <a:endParaRPr lang="en-US" sz="1200" dirty="0"/>
          </a:p>
        </p:txBody>
      </p:sp>
      <p:pic>
        <p:nvPicPr>
          <p:cNvPr id="27" name="Image 0" descr="/Users/maxchan/Desktop/京都大阪親子手繪行程_202608/img/mikan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91640"/>
            <a:ext cx="4297680" cy="2103120"/>
          </a:xfrm>
          <a:prstGeom prst="rect">
            <a:avLst/>
          </a:prstGeom>
        </p:spPr>
      </p:pic>
      <p:pic>
        <p:nvPicPr>
          <p:cNvPr id="28" name="Image 1" descr="/Users/maxchan/Desktop/京都大阪親子手繪行程_202608/img/nol_kyot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77640"/>
            <a:ext cx="4297680" cy="21031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3/10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02  ★  重點日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烏丸極致體驗 · 敘敘苑燒肉與雙神社參拜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02920" y="1097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8/4（週二）  ·  鴨川散步 → 大丸/SHAKE SHACK → 敘敘苑 → 吉祥院天滿宮 → 檀王法林寺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6B7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09:00–10:15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鴨川/三條散步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晨間推車涼風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46888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278892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4A6B7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78892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10:30–12:20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88036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大丸/SHAKE SHACK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288036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寶可夢中心避暑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80060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512064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C23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12:30–14:00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21208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敘敘苑 四條烏丸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21208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已預訂 · 頂級燒肉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13232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Shape 21"/>
          <p:cNvSpPr/>
          <p:nvPr/>
        </p:nvSpPr>
        <p:spPr>
          <a:xfrm>
            <a:off x="745236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1E26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62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14:15–15:00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54380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吉祥院天滿宮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754380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計程車 18 分參拜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464040" y="24688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784080" y="1645920"/>
            <a:ext cx="2194560" cy="2286000"/>
          </a:xfrm>
          <a:prstGeom prst="roundRect">
            <a:avLst>
              <a:gd name="adj" fmla="val 4167"/>
            </a:avLst>
          </a:prstGeom>
          <a:solidFill>
            <a:srgbClr val="F0F4EF"/>
          </a:solidFill>
          <a:ln w="19050">
            <a:solidFill>
              <a:srgbClr val="9A7B1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784080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15:20–16:00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875520" y="23317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檀王法林寺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9875520" y="31089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黑招財貓御守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2920" y="4251960"/>
            <a:ext cx="11155680" cy="1737360"/>
          </a:xfrm>
          <a:prstGeom prst="roundRect">
            <a:avLst>
              <a:gd name="adj" fmla="val 4211"/>
            </a:avLst>
          </a:prstGeom>
          <a:solidFill>
            <a:srgbClr val="F5E9C8"/>
          </a:solidFill>
          <a:ln w="15875">
            <a:solidFill>
              <a:srgbClr val="9A7B1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31520" y="443484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D2 動線順暢度總結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731520" y="484632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四條烏丸核心區（大丸京都店寶可夢中心 + SHAKE SHACK）無縫接軌 12:30 預訂之敘敘苑燒肉午餐。午後搭計程車順路參拜吉祥院天滿宮與檀王法林寺，時間極度完美緊扣 17:00 社務所關門線，購入黑招財貓御守。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4/10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9A227"/>
          </a:solidFill>
          <a:ln w="1270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20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A7B1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SPOTS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6400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四條烏丸美學美食與雙神社攻略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457200" y="1325880"/>
            <a:ext cx="5486400" cy="4663440"/>
          </a:xfrm>
          <a:prstGeom prst="roundRect">
            <a:avLst>
              <a:gd name="adj" fmla="val 1961"/>
            </a:avLst>
          </a:prstGeom>
          <a:solidFill>
            <a:srgbClr val="F0F4EF"/>
          </a:solidFill>
          <a:ln w="15875">
            <a:solidFill>
              <a:srgbClr val="9A7B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四條烏丸核心基地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大丸京都店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22199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10:00開店避暑 · 2F 寶可夢中心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頂級育嬰室 · 地下美食街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85800" y="324612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SHAKE SHACK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350215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京都四條烏丸店 · 大丸正後方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關西限定宇治抹茶奶昔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85800" y="4526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敘敘苑 游玄亭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4782312"/>
            <a:ext cx="5029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已預訂 12:30 用餐 · FT 烏丸大樓 8F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奢華包廂 · 頂級和牛燒肉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217920" y="1325880"/>
            <a:ext cx="5440680" cy="2194560"/>
          </a:xfrm>
          <a:prstGeom prst="roundRect">
            <a:avLst>
              <a:gd name="adj" fmla="val 4167"/>
            </a:avLst>
          </a:prstGeom>
          <a:solidFill>
            <a:srgbClr val="F5E9C8"/>
          </a:solidFill>
          <a:ln w="15875">
            <a:solidFill>
              <a:srgbClr val="C9A22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46520" y="150876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9A7B1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吉祥院天滿宮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446520" y="19659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定位：菅原道真（學問之神）誕生地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交通：敘敘苑門口計程車 15–20 分直達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時間：14:15–15:00 參拜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17920" y="3749040"/>
            <a:ext cx="5440680" cy="2240280"/>
          </a:xfrm>
          <a:prstGeom prst="roundRect">
            <a:avLst>
              <a:gd name="adj" fmla="val 4082"/>
            </a:avLst>
          </a:prstGeom>
          <a:solidFill>
            <a:srgbClr val="F8E8E4"/>
          </a:solidFill>
          <a:ln w="15875">
            <a:solidFill>
              <a:srgbClr val="C23B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3931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檀王法林寺（黑招財貓）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446520" y="438912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文化：日本最古老招財貓主夜神傳承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限制：社務所 17:00 關門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策略：15:20–16:00 抵達順利購入黑招財貓御守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5/10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7F5A"/>
          </a:solidFill>
          <a:ln w="12700">
            <a:solidFill>
              <a:srgbClr val="6B7F5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03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 → 大阪移動日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8/5（週三）  ·  專車無縫直達 OMO7 Osaka 與星野大草皮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7830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2377440" y="178308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退房上車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377440" y="213055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nol kyoto sanjo 辦理退房，行李直接放入專車後車廂。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274320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83464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10:15–11:30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377440" y="283464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專車直達 OMO7 Osaka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377440" y="318211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外派接駁車 D2 飯店對飯店點對點直達，零搬運壓力。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02920" y="379476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88620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午後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377440" y="38862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 Base 大廳休整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2377440" y="423367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強勁冷氣、沙發舒適，輕鬆體驗星野大廳美學空間。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02920" y="4846320"/>
            <a:ext cx="6583680" cy="960120"/>
          </a:xfrm>
          <a:prstGeom prst="roundRect">
            <a:avLst>
              <a:gd name="adj" fmla="val 9524"/>
            </a:avLst>
          </a:prstGeom>
          <a:solidFill>
            <a:srgbClr val="F0F4EF"/>
          </a:solidFill>
          <a:ln w="15875">
            <a:solidFill>
              <a:srgbClr val="6B7F5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9377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B7F5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傍晚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377440" y="493776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Miya-green 大草皮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377440" y="5285232"/>
            <a:ext cx="4480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數千坪封閉安全草皮放電；住客限定 PIKA PIKA NIGHT 與免費章魚燒。</a:t>
            </a:r>
            <a:endParaRPr lang="en-US" sz="1200" dirty="0"/>
          </a:p>
        </p:txBody>
      </p:sp>
      <p:pic>
        <p:nvPicPr>
          <p:cNvPr id="24" name="Image 0" descr="/Users/maxchan/Desktop/京都大阪親子手繪行程_202608/img/omo7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91640"/>
            <a:ext cx="4297680" cy="411480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6/10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A6B7C"/>
          </a:solidFill>
          <a:ln w="12700">
            <a:solidFill>
              <a:srgbClr val="4A6B7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6B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04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神戶放電 · 阿倍野高空夜景與近鐵阿卡將採購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8/6（週四）  ·  神戶 → 大阪天王寺  ·  「麵包超人全室內放電，晚上 Harukas 夜景」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0F4EF"/>
          </a:solidFill>
          <a:ln w="15875">
            <a:solidFill>
              <a:srgbClr val="4A6B7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196596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A6B7C"/>
          </a:solidFill>
          <a:ln/>
        </p:spPr>
      </p:sp>
      <p:sp>
        <p:nvSpPr>
          <p:cNvPr id="10" name="Text 8"/>
          <p:cNvSpPr/>
          <p:nvPr/>
        </p:nvSpPr>
        <p:spPr>
          <a:xfrm>
            <a:off x="685800" y="20574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08:00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920240" y="1828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出發前往神戶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920240" y="2148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或專車直達（車程 50–60 分），準備 10:00 開館。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25146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JR / 專車直達 · 車上休息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" y="306324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0F4EF"/>
          </a:solidFill>
          <a:ln w="15875">
            <a:solidFill>
              <a:srgbClr val="4A6B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38328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A6B7C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4747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10:00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92024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神戶 · 麵包超人兒童博物館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920240" y="35661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開館直入，全室內冷氣避暑，幼兒高放電公園。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全室內避暑 · 高放電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6583680" cy="1280160"/>
          </a:xfrm>
          <a:prstGeom prst="roundRect">
            <a:avLst>
              <a:gd name="adj" fmla="val 5714"/>
            </a:avLst>
          </a:prstGeom>
          <a:solidFill>
            <a:srgbClr val="F0F4EF"/>
          </a:solidFill>
          <a:ln w="15875">
            <a:solidFill>
              <a:srgbClr val="4A6B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4800600"/>
            <a:ext cx="1097280" cy="640080"/>
          </a:xfrm>
          <a:prstGeom prst="roundRect">
            <a:avLst>
              <a:gd name="adj" fmla="val 11429"/>
            </a:avLst>
          </a:prstGeom>
          <a:solidFill>
            <a:srgbClr val="4A6B7C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" y="48920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傍晚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920240" y="46634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阿倍野 Harukas 觀景台 · 阿卡將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920240" y="49834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高空夜景體驗；近鐵百貨 8F 阿卡將採購。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92024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A6B7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頂級育嬰室 · 阿卡將 8F · 夜景</a:t>
            </a:r>
            <a:endParaRPr lang="en-US" sz="1100" dirty="0"/>
          </a:p>
        </p:txBody>
      </p:sp>
      <p:pic>
        <p:nvPicPr>
          <p:cNvPr id="26" name="Image 0" descr="/Users/maxchan/Desktop/京都大阪親子手繪行程_202608/img/anpanman_custo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297680" cy="2103120"/>
          </a:xfrm>
          <a:prstGeom prst="rect">
            <a:avLst/>
          </a:prstGeom>
        </p:spPr>
      </p:pic>
      <p:pic>
        <p:nvPicPr>
          <p:cNvPr id="27" name="Image 1" descr="/Users/maxchan/Desktop/京都大阪親子手繪行程_202608/img/harukas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931920"/>
            <a:ext cx="4297680" cy="2103120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7/10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C45C3E"/>
          </a:solidFill>
          <a:ln w="12700">
            <a:solidFill>
              <a:srgbClr val="C45C3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批發採購 · 難波神社與深海鯨鯊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8/7（週五）  ·  難波 → 大阪港 → 天王寺  ·  「批發採購後參拜難波神社，吉祥參拜再看鯨鯊」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459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0F4EF"/>
          </a:solidFill>
          <a:ln w="15875">
            <a:solidFill>
              <a:srgbClr val="C45C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9436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Fanbi Wholesale TERAUCHI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94360" y="33832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日本朋友帶路批發採購，集中購買省去零售溢價。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6459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0F4EF"/>
          </a:solidFill>
          <a:ln w="15875">
            <a:solidFill>
              <a:srgbClr val="C45C3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11:30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3464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難波神社參拜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34640" y="33832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商業守護神，落地日本朋友首選祈福地點。推車可順暢進入。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983480" y="1645920"/>
            <a:ext cx="2103120" cy="3931920"/>
          </a:xfrm>
          <a:prstGeom prst="roundRect">
            <a:avLst>
              <a:gd name="adj" fmla="val 4348"/>
            </a:avLst>
          </a:prstGeom>
          <a:solidFill>
            <a:srgbClr val="F0F4EF"/>
          </a:solidFill>
          <a:ln w="15875">
            <a:solidFill>
              <a:srgbClr val="C45C3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83480" y="19202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45C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13:00後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74920" y="246888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天保山海遊館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074920" y="338328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全室內恆溫避暑，無障礙推車動線看鯨鯊。</a:t>
            </a:r>
            <a:endParaRPr lang="en-US" sz="1200" dirty="0"/>
          </a:p>
        </p:txBody>
      </p:sp>
      <p:pic>
        <p:nvPicPr>
          <p:cNvPr id="20" name="Image 0" descr="/Users/maxchan/Desktop/京都大阪親子手繪行程_202608/img/fanbi_wholesa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0" y="1645920"/>
            <a:ext cx="4297680" cy="1920240"/>
          </a:xfrm>
          <a:prstGeom prst="rect">
            <a:avLst/>
          </a:prstGeom>
        </p:spPr>
      </p:pic>
      <p:pic>
        <p:nvPicPr>
          <p:cNvPr id="21" name="Image 1" descr="/Users/maxchan/Desktop/京都大阪親子手繪行程_202608/img/namba_shrine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3657600"/>
            <a:ext cx="4297680" cy="192024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8/10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7"/>
          </a:solidFill>
          <a:ln w="12700">
            <a:solidFill>
              <a:srgbClr val="F8FAF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56032" y="256032"/>
            <a:ext cx="11676888" cy="6345936"/>
          </a:xfrm>
          <a:prstGeom prst="rect">
            <a:avLst/>
          </a:prstGeom>
          <a:ln w="12700">
            <a:solidFill>
              <a:srgbClr val="1E2620">
                <a:alpha val="30000"/>
              </a:srgbClr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48544C"/>
          </a:solidFill>
          <a:ln w="12700">
            <a:solidFill>
              <a:srgbClr val="48544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65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06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6858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專車無縫直達機場 · 返台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430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8/8（週六）  ·  「早餐從容，專車到航廈門口」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83080" y="1737360"/>
            <a:ext cx="914400" cy="914400"/>
          </a:xfrm>
          <a:prstGeom prst="ellipse">
            <a:avLst/>
          </a:prstGeom>
          <a:solidFill>
            <a:srgbClr val="1E2620"/>
          </a:solidFill>
          <a:ln w="12700">
            <a:solidFill>
              <a:srgbClr val="1E262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783080" y="1920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0" name="Shape 8"/>
          <p:cNvSpPr/>
          <p:nvPr/>
        </p:nvSpPr>
        <p:spPr>
          <a:xfrm>
            <a:off x="2834640" y="2194560"/>
            <a:ext cx="1737360" cy="0"/>
          </a:xfrm>
          <a:prstGeom prst="line">
            <a:avLst/>
          </a:prstGeom>
          <a:noFill/>
          <a:ln w="19050">
            <a:solidFill>
              <a:srgbClr val="1E2620">
                <a:alpha val="60000"/>
              </a:srgbClr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54864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08:30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580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OMO7 精緻自助早餐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不趕早班機壓力，好好吃一頓再退房。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23560" y="1737360"/>
            <a:ext cx="914400" cy="914400"/>
          </a:xfrm>
          <a:prstGeom prst="ellipse">
            <a:avLst/>
          </a:prstGeom>
          <a:solidFill>
            <a:srgbClr val="1E2620"/>
          </a:solidFill>
          <a:ln w="12700">
            <a:solidFill>
              <a:srgbClr val="1E262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23560" y="1920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6" name="Shape 14"/>
          <p:cNvSpPr/>
          <p:nvPr/>
        </p:nvSpPr>
        <p:spPr>
          <a:xfrm>
            <a:off x="6675120" y="2194560"/>
            <a:ext cx="1737360" cy="0"/>
          </a:xfrm>
          <a:prstGeom prst="line">
            <a:avLst/>
          </a:prstGeom>
          <a:noFill/>
          <a:ln w="19050">
            <a:solidFill>
              <a:srgbClr val="1E2620">
                <a:alpha val="60000"/>
              </a:srgbClr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38912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10:00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52628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外派接駁車 D3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57200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專車於 OMO7 大門接駕，行李上車直達 KIX 航廈門口。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464040" y="1737360"/>
            <a:ext cx="914400" cy="914400"/>
          </a:xfrm>
          <a:prstGeom prst="ellipse">
            <a:avLst/>
          </a:prstGeom>
          <a:solidFill>
            <a:srgbClr val="1E2620"/>
          </a:solidFill>
          <a:ln w="12700">
            <a:solidFill>
              <a:srgbClr val="1E262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464040" y="1920240"/>
            <a:ext cx="914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FAF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229600" y="29260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11:00 前後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366760" y="338328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E262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抵達機場 · JX821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8412480" y="41148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13:15 起飛。通關後於機場兒童遊戲區最後放電與換尿布。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286000" y="5394960"/>
            <a:ext cx="7589520" cy="640080"/>
          </a:xfrm>
          <a:prstGeom prst="roundRect">
            <a:avLst>
              <a:gd name="adj" fmla="val 14286"/>
            </a:avLst>
          </a:prstGeom>
          <a:solidFill>
            <a:srgbClr val="1E2620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0" y="55321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星宇航空 JX821  ·  13:15 起飛  ·  順利返台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57200" y="6446520"/>
            <a:ext cx="11247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4854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京都 · 大阪 親子行程  ·  2026.8.3–8.8  ·  9/10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620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11274552" cy="5943600"/>
          </a:xfrm>
          <a:prstGeom prst="rect">
            <a:avLst/>
          </a:prstGeom>
          <a:ln w="19050">
            <a:solidFill>
              <a:srgbClr val="C9A22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77724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全程金句備忘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371600" y="146304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2F261C"/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45920" y="160020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御金 × 烏丸美食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96596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傍晚快閃金色鳥居；D2 烏丸體驗大丸、寶可夢中心與敘敘苑燒肉。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371600" y="269748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2F261C"/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645920" y="283464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專車三趟直達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645920" y="320040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D1 KIX→京都 · D3 京都→OMO7 · D6 OMO7→KIX。零轉乘、行李不離身。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371600" y="3931920"/>
            <a:ext cx="9418320" cy="1051560"/>
          </a:xfrm>
          <a:prstGeom prst="roundRect">
            <a:avLst>
              <a:gd name="adj" fmla="val 6957"/>
            </a:avLst>
          </a:prstGeom>
          <a:solidFill>
            <a:srgbClr val="2F261C"/>
          </a:solidFill>
          <a:ln w="12700">
            <a:solidFill>
              <a:srgbClr val="C9A227">
                <a:alpha val="6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645920" y="4069080"/>
            <a:ext cx="8869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幼兒彈性放電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4434840"/>
            <a:ext cx="8869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8FAF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全室內避暑館（麵包超人/海遊館）· 天王寺集中採購 · 星野封閉大草皮安全奔跑。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731520" y="539496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C23B2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 travels  ·  金運滿滿  ·  龍貝貝開心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31520" y="580644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544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京都大阪親子手繪行程  ·  2026.8.3–8.8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京都大阪親子手繪行程 2026.8.3–8.8</dc:title>
  <dc:subject>專車直達版 · 含御金神社 · 烏丸燒肉</dc:subject>
  <dc:creator>Family Travel</dc:creator>
  <cp:lastModifiedBy>Family Travel</cp:lastModifiedBy>
  <cp:revision>1</cp:revision>
  <dcterms:created xsi:type="dcterms:W3CDTF">2026-07-22T00:42:42Z</dcterms:created>
  <dcterms:modified xsi:type="dcterms:W3CDTF">2026-07-22T00:42:42Z</dcterms:modified>
</cp:coreProperties>
</file>