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8FAF7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1E2620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親子寫實手帳行程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0F4EF"/>
          </a:solidFill>
          <a:ln w="12700">
            <a:solidFill>
              <a:srgbClr val="1E262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8544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0391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08960" y="30906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08960" y="3794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08960" y="41422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08960" y="4846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08960" y="51937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1E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0F4EF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86000" y="21488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開館直入，全室內冷氣避暑，幼兒高放電效率公園。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246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返大阪車程 / 飯店休整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返大阪輕鬆移動與返回 OMO7 休整。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3931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輕鬆休整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6634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近鐵阿卡將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高空夜景體驗；於近鐵百貨 8F 阿卡將本鋪集中採購母嬰用品與藥妝。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534924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深海鯨鯊 · 星野草皮公園與天王寺在地晚餐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大阪港 → 天王寺  ·  「看鯨鯊全室內避暑，傍晚草皮散步」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全室內恆溫避暑，無障礙推車動線看鯨鯊。天保山購物中心美食街午餐。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室內恆溫 · 鯨鯊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 / OMO7 休整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海遊館周邊漫步或返回 OMO7 大廳享受設施。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悠閒休整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8388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大草皮公園散步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享受草皮涼風，避開擁擠商圈，於天王寺圈享用在地晚餐。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草皮散步 · 在地晚餐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E262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全室內避暑館（麵包超人/海遊館）·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2026-07-21T08:11:29Z</dcterms:created>
  <dcterms:modified xsi:type="dcterms:W3CDTF">2026-07-21T08:11:29Z</dcterms:modified>
</cp:coreProperties>
</file>